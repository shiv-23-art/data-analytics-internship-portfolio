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489BBC-2F14-4435-B8CA-08382D32D8ED}" type="doc">
      <dgm:prSet loTypeId="urn:microsoft.com/office/officeart/2005/8/layout/vList2" loCatId="list" qsTypeId="urn:microsoft.com/office/officeart/2005/8/quickstyle/3d3" qsCatId="3D" csTypeId="urn:microsoft.com/office/officeart/2005/8/colors/accent4_2" csCatId="accent4"/>
      <dgm:spPr/>
      <dgm:t>
        <a:bodyPr/>
        <a:lstStyle/>
        <a:p>
          <a:endParaRPr lang="en-IN"/>
        </a:p>
      </dgm:t>
    </dgm:pt>
    <dgm:pt modelId="{8E12C365-C4C1-4072-966D-25677AEFA368}">
      <dgm:prSet custT="1"/>
      <dgm:spPr/>
      <dgm:t>
        <a:bodyPr/>
        <a:lstStyle/>
        <a:p>
          <a:pPr rtl="0"/>
          <a:r>
            <a:rPr lang="en-US" sz="2800" b="1" dirty="0" smtClean="0">
              <a:effectLst/>
            </a:rPr>
            <a:t>Total sales increased steadily from Q1 2020 to Q4 2021</a:t>
          </a:r>
          <a:endParaRPr lang="en-IN" sz="2800" b="1" dirty="0">
            <a:effectLst/>
          </a:endParaRPr>
        </a:p>
      </dgm:t>
    </dgm:pt>
    <dgm:pt modelId="{C7ED5A65-36C7-457E-A54E-49A804BD5EA8}" type="parTrans" cxnId="{9C575769-37D0-4F9F-ADDA-523757B66D75}">
      <dgm:prSet/>
      <dgm:spPr/>
      <dgm:t>
        <a:bodyPr/>
        <a:lstStyle/>
        <a:p>
          <a:endParaRPr lang="en-IN"/>
        </a:p>
      </dgm:t>
    </dgm:pt>
    <dgm:pt modelId="{61DDA124-230E-4A25-A929-974597E43D00}" type="sibTrans" cxnId="{9C575769-37D0-4F9F-ADDA-523757B66D75}">
      <dgm:prSet/>
      <dgm:spPr/>
      <dgm:t>
        <a:bodyPr/>
        <a:lstStyle/>
        <a:p>
          <a:endParaRPr lang="en-IN"/>
        </a:p>
      </dgm:t>
    </dgm:pt>
    <dgm:pt modelId="{D3D8A895-73E9-4F2E-8A5B-D4060B40906E}">
      <dgm:prSet custT="1"/>
      <dgm:spPr/>
      <dgm:t>
        <a:bodyPr/>
        <a:lstStyle/>
        <a:p>
          <a:pPr rtl="0"/>
          <a:r>
            <a:rPr lang="en-US" sz="2800" b="1" dirty="0" smtClean="0">
              <a:effectLst/>
            </a:rPr>
            <a:t>Peak observed in Q3 2021, indicating strong seasonal or promotional performance</a:t>
          </a:r>
          <a:endParaRPr lang="en-IN" sz="2800" b="1" dirty="0">
            <a:effectLst/>
          </a:endParaRPr>
        </a:p>
      </dgm:t>
    </dgm:pt>
    <dgm:pt modelId="{15D1E85E-9F9F-406D-B305-911D6A905C23}" type="parTrans" cxnId="{48D7496A-BC93-4059-B97E-74A65B788BF3}">
      <dgm:prSet/>
      <dgm:spPr/>
      <dgm:t>
        <a:bodyPr/>
        <a:lstStyle/>
        <a:p>
          <a:endParaRPr lang="en-IN"/>
        </a:p>
      </dgm:t>
    </dgm:pt>
    <dgm:pt modelId="{438016C9-517B-473C-BA5F-C29A20A695E5}" type="sibTrans" cxnId="{48D7496A-BC93-4059-B97E-74A65B788BF3}">
      <dgm:prSet/>
      <dgm:spPr/>
      <dgm:t>
        <a:bodyPr/>
        <a:lstStyle/>
        <a:p>
          <a:endParaRPr lang="en-IN"/>
        </a:p>
      </dgm:t>
    </dgm:pt>
    <dgm:pt modelId="{D0B33F4B-F996-4F49-80B4-3A82F32A839D}">
      <dgm:prSet custT="1"/>
      <dgm:spPr/>
      <dgm:t>
        <a:bodyPr/>
        <a:lstStyle/>
        <a:p>
          <a:pPr rtl="0"/>
          <a:r>
            <a:rPr lang="en-US" sz="2800" b="1" dirty="0" smtClean="0">
              <a:effectLst/>
            </a:rPr>
            <a:t>Consistent growth suggests expanding market reach or effective strategy</a:t>
          </a:r>
          <a:endParaRPr lang="en-IN" sz="2800" b="1" dirty="0">
            <a:effectLst/>
          </a:endParaRPr>
        </a:p>
      </dgm:t>
    </dgm:pt>
    <dgm:pt modelId="{6C13A92C-9986-4FBC-A89D-E69907FD4049}" type="parTrans" cxnId="{070DDBDE-8459-4070-8F36-A3EEFB4C7EDC}">
      <dgm:prSet/>
      <dgm:spPr/>
      <dgm:t>
        <a:bodyPr/>
        <a:lstStyle/>
        <a:p>
          <a:endParaRPr lang="en-IN"/>
        </a:p>
      </dgm:t>
    </dgm:pt>
    <dgm:pt modelId="{7BEF9D30-C2DC-4256-BCD6-62599D9F6A8A}" type="sibTrans" cxnId="{070DDBDE-8459-4070-8F36-A3EEFB4C7EDC}">
      <dgm:prSet/>
      <dgm:spPr/>
      <dgm:t>
        <a:bodyPr/>
        <a:lstStyle/>
        <a:p>
          <a:endParaRPr lang="en-IN"/>
        </a:p>
      </dgm:t>
    </dgm:pt>
    <dgm:pt modelId="{F8B59F38-9AC1-4945-8E52-86C3534BAA1D}" type="pres">
      <dgm:prSet presAssocID="{79489BBC-2F14-4435-B8CA-08382D32D8ED}" presName="linear" presStyleCnt="0">
        <dgm:presLayoutVars>
          <dgm:animLvl val="lvl"/>
          <dgm:resizeHandles val="exact"/>
        </dgm:presLayoutVars>
      </dgm:prSet>
      <dgm:spPr/>
    </dgm:pt>
    <dgm:pt modelId="{25F84C20-BD95-4591-A2E5-16F37E599B03}" type="pres">
      <dgm:prSet presAssocID="{8E12C365-C4C1-4072-966D-25677AEFA36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9A031FA-A7D4-4E7A-9314-DB4BAEC5E480}" type="pres">
      <dgm:prSet presAssocID="{61DDA124-230E-4A25-A929-974597E43D00}" presName="spacer" presStyleCnt="0"/>
      <dgm:spPr/>
    </dgm:pt>
    <dgm:pt modelId="{45A4F057-1C81-45A5-9DFC-63E12C709100}" type="pres">
      <dgm:prSet presAssocID="{D3D8A895-73E9-4F2E-8A5B-D4060B40906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AB7241B-9F86-4EFE-AB91-7EE3AF5D3198}" type="pres">
      <dgm:prSet presAssocID="{438016C9-517B-473C-BA5F-C29A20A695E5}" presName="spacer" presStyleCnt="0"/>
      <dgm:spPr/>
    </dgm:pt>
    <dgm:pt modelId="{48FAAFE6-D03B-44EB-8741-DA9D49ACF3B2}" type="pres">
      <dgm:prSet presAssocID="{D0B33F4B-F996-4F49-80B4-3A82F32A839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8D7496A-BC93-4059-B97E-74A65B788BF3}" srcId="{79489BBC-2F14-4435-B8CA-08382D32D8ED}" destId="{D3D8A895-73E9-4F2E-8A5B-D4060B40906E}" srcOrd="1" destOrd="0" parTransId="{15D1E85E-9F9F-406D-B305-911D6A905C23}" sibTransId="{438016C9-517B-473C-BA5F-C29A20A695E5}"/>
    <dgm:cxn modelId="{9C575769-37D0-4F9F-ADDA-523757B66D75}" srcId="{79489BBC-2F14-4435-B8CA-08382D32D8ED}" destId="{8E12C365-C4C1-4072-966D-25677AEFA368}" srcOrd="0" destOrd="0" parTransId="{C7ED5A65-36C7-457E-A54E-49A804BD5EA8}" sibTransId="{61DDA124-230E-4A25-A929-974597E43D00}"/>
    <dgm:cxn modelId="{5461C1E9-E833-4FFE-AFE0-DC4AC5DFC19C}" type="presOf" srcId="{D0B33F4B-F996-4F49-80B4-3A82F32A839D}" destId="{48FAAFE6-D03B-44EB-8741-DA9D49ACF3B2}" srcOrd="0" destOrd="0" presId="urn:microsoft.com/office/officeart/2005/8/layout/vList2"/>
    <dgm:cxn modelId="{EB3E14B9-C2EE-4F35-8098-5401DBE6AE76}" type="presOf" srcId="{D3D8A895-73E9-4F2E-8A5B-D4060B40906E}" destId="{45A4F057-1C81-45A5-9DFC-63E12C709100}" srcOrd="0" destOrd="0" presId="urn:microsoft.com/office/officeart/2005/8/layout/vList2"/>
    <dgm:cxn modelId="{29C5D60F-F9B3-4053-A25B-ED1BDBF5AF61}" type="presOf" srcId="{8E12C365-C4C1-4072-966D-25677AEFA368}" destId="{25F84C20-BD95-4591-A2E5-16F37E599B03}" srcOrd="0" destOrd="0" presId="urn:microsoft.com/office/officeart/2005/8/layout/vList2"/>
    <dgm:cxn modelId="{070DDBDE-8459-4070-8F36-A3EEFB4C7EDC}" srcId="{79489BBC-2F14-4435-B8CA-08382D32D8ED}" destId="{D0B33F4B-F996-4F49-80B4-3A82F32A839D}" srcOrd="2" destOrd="0" parTransId="{6C13A92C-9986-4FBC-A89D-E69907FD4049}" sibTransId="{7BEF9D30-C2DC-4256-BCD6-62599D9F6A8A}"/>
    <dgm:cxn modelId="{B1E3E222-5372-4C02-B457-01D60959C643}" type="presOf" srcId="{79489BBC-2F14-4435-B8CA-08382D32D8ED}" destId="{F8B59F38-9AC1-4945-8E52-86C3534BAA1D}" srcOrd="0" destOrd="0" presId="urn:microsoft.com/office/officeart/2005/8/layout/vList2"/>
    <dgm:cxn modelId="{6A577F04-5EC1-40E9-963D-69FF5247726C}" type="presParOf" srcId="{F8B59F38-9AC1-4945-8E52-86C3534BAA1D}" destId="{25F84C20-BD95-4591-A2E5-16F37E599B03}" srcOrd="0" destOrd="0" presId="urn:microsoft.com/office/officeart/2005/8/layout/vList2"/>
    <dgm:cxn modelId="{B55C5683-66D5-4472-9FC6-754D19B3C0B5}" type="presParOf" srcId="{F8B59F38-9AC1-4945-8E52-86C3534BAA1D}" destId="{19A031FA-A7D4-4E7A-9314-DB4BAEC5E480}" srcOrd="1" destOrd="0" presId="urn:microsoft.com/office/officeart/2005/8/layout/vList2"/>
    <dgm:cxn modelId="{ECBB21F2-EB87-4E43-8636-17F2FE0A543F}" type="presParOf" srcId="{F8B59F38-9AC1-4945-8E52-86C3534BAA1D}" destId="{45A4F057-1C81-45A5-9DFC-63E12C709100}" srcOrd="2" destOrd="0" presId="urn:microsoft.com/office/officeart/2005/8/layout/vList2"/>
    <dgm:cxn modelId="{9DFCB9E2-C002-4B18-8ECA-9C736FE13B07}" type="presParOf" srcId="{F8B59F38-9AC1-4945-8E52-86C3534BAA1D}" destId="{DAB7241B-9F86-4EFE-AB91-7EE3AF5D3198}" srcOrd="3" destOrd="0" presId="urn:microsoft.com/office/officeart/2005/8/layout/vList2"/>
    <dgm:cxn modelId="{EA515102-4460-4627-A437-CE998CF60CA6}" type="presParOf" srcId="{F8B59F38-9AC1-4945-8E52-86C3534BAA1D}" destId="{48FAAFE6-D03B-44EB-8741-DA9D49ACF3B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CB36D3-D4E1-4EEC-97C3-54D8BF7A86DC}" type="doc">
      <dgm:prSet loTypeId="urn:microsoft.com/office/officeart/2005/8/layout/vList2" loCatId="list" qsTypeId="urn:microsoft.com/office/officeart/2005/8/quickstyle/3d3" qsCatId="3D" csTypeId="urn:microsoft.com/office/officeart/2005/8/colors/accent4_2" csCatId="accent4"/>
      <dgm:spPr/>
      <dgm:t>
        <a:bodyPr/>
        <a:lstStyle/>
        <a:p>
          <a:endParaRPr lang="en-IN"/>
        </a:p>
      </dgm:t>
    </dgm:pt>
    <dgm:pt modelId="{6C219475-4E00-4E50-B3AD-466AF2AE5F15}">
      <dgm:prSet custT="1"/>
      <dgm:spPr/>
      <dgm:t>
        <a:bodyPr/>
        <a:lstStyle/>
        <a:p>
          <a:pPr rtl="0"/>
          <a:r>
            <a:rPr lang="en-US" sz="2800" b="1" dirty="0" smtClean="0">
              <a:effectLst/>
            </a:rPr>
            <a:t>West region led with over $270M in total sales</a:t>
          </a:r>
          <a:endParaRPr lang="en-IN" sz="2800" b="1" dirty="0">
            <a:effectLst/>
          </a:endParaRPr>
        </a:p>
      </dgm:t>
    </dgm:pt>
    <dgm:pt modelId="{C098644F-8333-4DB8-BB39-D57F3828A13A}" type="parTrans" cxnId="{13370997-4542-4273-96B8-9B0BC0DBC510}">
      <dgm:prSet/>
      <dgm:spPr/>
      <dgm:t>
        <a:bodyPr/>
        <a:lstStyle/>
        <a:p>
          <a:endParaRPr lang="en-IN"/>
        </a:p>
      </dgm:t>
    </dgm:pt>
    <dgm:pt modelId="{EF25B377-0730-4781-BD34-14C5A1631137}" type="sibTrans" cxnId="{13370997-4542-4273-96B8-9B0BC0DBC510}">
      <dgm:prSet/>
      <dgm:spPr/>
      <dgm:t>
        <a:bodyPr/>
        <a:lstStyle/>
        <a:p>
          <a:endParaRPr lang="en-IN"/>
        </a:p>
      </dgm:t>
    </dgm:pt>
    <dgm:pt modelId="{CB080BCB-95D5-4481-A44D-5812C47435E2}">
      <dgm:prSet custT="1"/>
      <dgm:spPr/>
      <dgm:t>
        <a:bodyPr/>
        <a:lstStyle/>
        <a:p>
          <a:pPr rtl="0"/>
          <a:r>
            <a:rPr lang="en-US" sz="2800" b="1" dirty="0" smtClean="0">
              <a:effectLst/>
            </a:rPr>
            <a:t>Northeast and Southeast followed as strong performers</a:t>
          </a:r>
          <a:endParaRPr lang="en-IN" sz="2800" b="1" dirty="0">
            <a:effectLst/>
          </a:endParaRPr>
        </a:p>
      </dgm:t>
    </dgm:pt>
    <dgm:pt modelId="{43B1A28C-603C-442A-A543-9F5819546754}" type="parTrans" cxnId="{BD43451A-8611-4FFA-B901-75A19168F127}">
      <dgm:prSet/>
      <dgm:spPr/>
      <dgm:t>
        <a:bodyPr/>
        <a:lstStyle/>
        <a:p>
          <a:endParaRPr lang="en-IN"/>
        </a:p>
      </dgm:t>
    </dgm:pt>
    <dgm:pt modelId="{F0014D8A-8BCB-4233-94E0-5EFD67D441DD}" type="sibTrans" cxnId="{BD43451A-8611-4FFA-B901-75A19168F127}">
      <dgm:prSet/>
      <dgm:spPr/>
      <dgm:t>
        <a:bodyPr/>
        <a:lstStyle/>
        <a:p>
          <a:endParaRPr lang="en-IN"/>
        </a:p>
      </dgm:t>
    </dgm:pt>
    <dgm:pt modelId="{D9CE300F-E79A-4505-A9B1-C4A4414EAD99}">
      <dgm:prSet custT="1"/>
      <dgm:spPr/>
      <dgm:t>
        <a:bodyPr/>
        <a:lstStyle/>
        <a:p>
          <a:pPr rtl="0"/>
          <a:r>
            <a:rPr lang="en-US" sz="2800" b="1" dirty="0" smtClean="0">
              <a:effectLst/>
            </a:rPr>
            <a:t>Midwest had the lowest total sales but still contributed over $130M</a:t>
          </a:r>
          <a:endParaRPr lang="en-IN" sz="2800" b="1" dirty="0">
            <a:effectLst/>
          </a:endParaRPr>
        </a:p>
      </dgm:t>
    </dgm:pt>
    <dgm:pt modelId="{0885EE2F-D07E-4CFF-9F4A-F94239756A97}" type="parTrans" cxnId="{3913228C-02FE-4F17-A9F1-52A335D4007B}">
      <dgm:prSet/>
      <dgm:spPr/>
      <dgm:t>
        <a:bodyPr/>
        <a:lstStyle/>
        <a:p>
          <a:endParaRPr lang="en-IN"/>
        </a:p>
      </dgm:t>
    </dgm:pt>
    <dgm:pt modelId="{009166A8-4FC7-49BC-BE58-8CEBB87A6DBA}" type="sibTrans" cxnId="{3913228C-02FE-4F17-A9F1-52A335D4007B}">
      <dgm:prSet/>
      <dgm:spPr/>
      <dgm:t>
        <a:bodyPr/>
        <a:lstStyle/>
        <a:p>
          <a:endParaRPr lang="en-IN"/>
        </a:p>
      </dgm:t>
    </dgm:pt>
    <dgm:pt modelId="{8F4778B3-73CE-47F3-99AD-16F97D7EF879}" type="pres">
      <dgm:prSet presAssocID="{6ECB36D3-D4E1-4EEC-97C3-54D8BF7A86DC}" presName="linear" presStyleCnt="0">
        <dgm:presLayoutVars>
          <dgm:animLvl val="lvl"/>
          <dgm:resizeHandles val="exact"/>
        </dgm:presLayoutVars>
      </dgm:prSet>
      <dgm:spPr/>
    </dgm:pt>
    <dgm:pt modelId="{E6447D93-0334-4784-B861-830636C9D519}" type="pres">
      <dgm:prSet presAssocID="{6C219475-4E00-4E50-B3AD-466AF2AE5F1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3D1F6DE-A73C-4007-91A5-FC556B18E60B}" type="pres">
      <dgm:prSet presAssocID="{EF25B377-0730-4781-BD34-14C5A1631137}" presName="spacer" presStyleCnt="0"/>
      <dgm:spPr/>
    </dgm:pt>
    <dgm:pt modelId="{83BD8671-440F-429B-BD05-020BE0E45A3A}" type="pres">
      <dgm:prSet presAssocID="{CB080BCB-95D5-4481-A44D-5812C47435E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096B9AE-EC03-4FC6-B3B2-7642AD1674AA}" type="pres">
      <dgm:prSet presAssocID="{F0014D8A-8BCB-4233-94E0-5EFD67D441DD}" presName="spacer" presStyleCnt="0"/>
      <dgm:spPr/>
    </dgm:pt>
    <dgm:pt modelId="{82745FE8-7CCB-4322-A795-92238D7F2495}" type="pres">
      <dgm:prSet presAssocID="{D9CE300F-E79A-4505-A9B1-C4A4414EAD9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D43451A-8611-4FFA-B901-75A19168F127}" srcId="{6ECB36D3-D4E1-4EEC-97C3-54D8BF7A86DC}" destId="{CB080BCB-95D5-4481-A44D-5812C47435E2}" srcOrd="1" destOrd="0" parTransId="{43B1A28C-603C-442A-A543-9F5819546754}" sibTransId="{F0014D8A-8BCB-4233-94E0-5EFD67D441DD}"/>
    <dgm:cxn modelId="{114621E1-1F64-4B58-A6B7-641E153EDF7A}" type="presOf" srcId="{6ECB36D3-D4E1-4EEC-97C3-54D8BF7A86DC}" destId="{8F4778B3-73CE-47F3-99AD-16F97D7EF879}" srcOrd="0" destOrd="0" presId="urn:microsoft.com/office/officeart/2005/8/layout/vList2"/>
    <dgm:cxn modelId="{13370997-4542-4273-96B8-9B0BC0DBC510}" srcId="{6ECB36D3-D4E1-4EEC-97C3-54D8BF7A86DC}" destId="{6C219475-4E00-4E50-B3AD-466AF2AE5F15}" srcOrd="0" destOrd="0" parTransId="{C098644F-8333-4DB8-BB39-D57F3828A13A}" sibTransId="{EF25B377-0730-4781-BD34-14C5A1631137}"/>
    <dgm:cxn modelId="{29F091D2-6FC7-4C24-9DF4-5FB843C851A6}" type="presOf" srcId="{D9CE300F-E79A-4505-A9B1-C4A4414EAD99}" destId="{82745FE8-7CCB-4322-A795-92238D7F2495}" srcOrd="0" destOrd="0" presId="urn:microsoft.com/office/officeart/2005/8/layout/vList2"/>
    <dgm:cxn modelId="{52A00E66-D4B2-4A80-969B-C67C455C86ED}" type="presOf" srcId="{CB080BCB-95D5-4481-A44D-5812C47435E2}" destId="{83BD8671-440F-429B-BD05-020BE0E45A3A}" srcOrd="0" destOrd="0" presId="urn:microsoft.com/office/officeart/2005/8/layout/vList2"/>
    <dgm:cxn modelId="{3913228C-02FE-4F17-A9F1-52A335D4007B}" srcId="{6ECB36D3-D4E1-4EEC-97C3-54D8BF7A86DC}" destId="{D9CE300F-E79A-4505-A9B1-C4A4414EAD99}" srcOrd="2" destOrd="0" parTransId="{0885EE2F-D07E-4CFF-9F4A-F94239756A97}" sibTransId="{009166A8-4FC7-49BC-BE58-8CEBB87A6DBA}"/>
    <dgm:cxn modelId="{81EF8DAD-723A-4273-B217-4E6263086F54}" type="presOf" srcId="{6C219475-4E00-4E50-B3AD-466AF2AE5F15}" destId="{E6447D93-0334-4784-B861-830636C9D519}" srcOrd="0" destOrd="0" presId="urn:microsoft.com/office/officeart/2005/8/layout/vList2"/>
    <dgm:cxn modelId="{139F1AD4-91F3-46B1-B84B-DC0654E227E0}" type="presParOf" srcId="{8F4778B3-73CE-47F3-99AD-16F97D7EF879}" destId="{E6447D93-0334-4784-B861-830636C9D519}" srcOrd="0" destOrd="0" presId="urn:microsoft.com/office/officeart/2005/8/layout/vList2"/>
    <dgm:cxn modelId="{D33EBB4C-FD73-4468-9221-189BD3479491}" type="presParOf" srcId="{8F4778B3-73CE-47F3-99AD-16F97D7EF879}" destId="{93D1F6DE-A73C-4007-91A5-FC556B18E60B}" srcOrd="1" destOrd="0" presId="urn:microsoft.com/office/officeart/2005/8/layout/vList2"/>
    <dgm:cxn modelId="{66E94DC0-1572-4245-8D34-9E643AA64FD9}" type="presParOf" srcId="{8F4778B3-73CE-47F3-99AD-16F97D7EF879}" destId="{83BD8671-440F-429B-BD05-020BE0E45A3A}" srcOrd="2" destOrd="0" presId="urn:microsoft.com/office/officeart/2005/8/layout/vList2"/>
    <dgm:cxn modelId="{3E062537-F993-4DC5-BF97-533B9B04B6FC}" type="presParOf" srcId="{8F4778B3-73CE-47F3-99AD-16F97D7EF879}" destId="{5096B9AE-EC03-4FC6-B3B2-7642AD1674AA}" srcOrd="3" destOrd="0" presId="urn:microsoft.com/office/officeart/2005/8/layout/vList2"/>
    <dgm:cxn modelId="{B56FEE92-891A-4CBE-A0AD-02CCEDA3BF1A}" type="presParOf" srcId="{8F4778B3-73CE-47F3-99AD-16F97D7EF879}" destId="{82745FE8-7CCB-4322-A795-92238D7F249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4D8DD3-E4F4-4C8F-A6F8-7E5AF1DFE62A}" type="doc">
      <dgm:prSet loTypeId="urn:microsoft.com/office/officeart/2005/8/layout/vList2" loCatId="list" qsTypeId="urn:microsoft.com/office/officeart/2005/8/quickstyle/3d3" qsCatId="3D" csTypeId="urn:microsoft.com/office/officeart/2005/8/colors/accent4_2" csCatId="accent4"/>
      <dgm:spPr/>
      <dgm:t>
        <a:bodyPr/>
        <a:lstStyle/>
        <a:p>
          <a:endParaRPr lang="en-IN"/>
        </a:p>
      </dgm:t>
    </dgm:pt>
    <dgm:pt modelId="{03F4CCB5-3BBE-48EB-BBBD-E341E1919157}">
      <dgm:prSet custT="1"/>
      <dgm:spPr/>
      <dgm:t>
        <a:bodyPr/>
        <a:lstStyle/>
        <a:p>
          <a:pPr rtl="0"/>
          <a:r>
            <a:rPr lang="en-US" sz="2800" b="1" dirty="0" smtClean="0">
              <a:effectLst/>
            </a:rPr>
            <a:t>Men’s Street Footwear: Top-selling product with $208M+ in revenue</a:t>
          </a:r>
          <a:endParaRPr lang="en-IN" sz="2800" b="1" dirty="0">
            <a:effectLst/>
          </a:endParaRPr>
        </a:p>
      </dgm:t>
    </dgm:pt>
    <dgm:pt modelId="{B3E7E647-51F5-42C8-A571-EBF374A6DE88}" type="parTrans" cxnId="{F52A24F2-C3F1-4598-B962-416ECF02AB32}">
      <dgm:prSet/>
      <dgm:spPr/>
      <dgm:t>
        <a:bodyPr/>
        <a:lstStyle/>
        <a:p>
          <a:endParaRPr lang="en-IN"/>
        </a:p>
      </dgm:t>
    </dgm:pt>
    <dgm:pt modelId="{FEE0A57E-4C9E-4CC9-81C0-D15C48489F5D}" type="sibTrans" cxnId="{F52A24F2-C3F1-4598-B962-416ECF02AB32}">
      <dgm:prSet/>
      <dgm:spPr/>
      <dgm:t>
        <a:bodyPr/>
        <a:lstStyle/>
        <a:p>
          <a:endParaRPr lang="en-IN"/>
        </a:p>
      </dgm:t>
    </dgm:pt>
    <dgm:pt modelId="{83871909-5760-49FD-906E-3DA8C564DA72}">
      <dgm:prSet custT="1"/>
      <dgm:spPr/>
      <dgm:t>
        <a:bodyPr/>
        <a:lstStyle/>
        <a:p>
          <a:pPr rtl="0"/>
          <a:r>
            <a:rPr lang="en-US" sz="2800" b="1" dirty="0" smtClean="0">
              <a:effectLst/>
            </a:rPr>
            <a:t>Women’s Apparel and Men’s Athletic Footwear also performed strongly</a:t>
          </a:r>
          <a:endParaRPr lang="en-IN" sz="2800" b="1" dirty="0">
            <a:effectLst/>
          </a:endParaRPr>
        </a:p>
      </dgm:t>
    </dgm:pt>
    <dgm:pt modelId="{5FF8BC53-872F-4BE1-8DCC-F022AEA85313}" type="parTrans" cxnId="{ACA4DFB2-03DC-4308-B985-99875FDD44DB}">
      <dgm:prSet/>
      <dgm:spPr/>
      <dgm:t>
        <a:bodyPr/>
        <a:lstStyle/>
        <a:p>
          <a:endParaRPr lang="en-IN"/>
        </a:p>
      </dgm:t>
    </dgm:pt>
    <dgm:pt modelId="{502B4952-6C9F-4D92-BB74-1F98DFCF479A}" type="sibTrans" cxnId="{ACA4DFB2-03DC-4308-B985-99875FDD44DB}">
      <dgm:prSet/>
      <dgm:spPr/>
      <dgm:t>
        <a:bodyPr/>
        <a:lstStyle/>
        <a:p>
          <a:endParaRPr lang="en-IN"/>
        </a:p>
      </dgm:t>
    </dgm:pt>
    <dgm:pt modelId="{855EFF5D-5DA1-4DF5-B79B-C360425516FC}">
      <dgm:prSet custT="1"/>
      <dgm:spPr/>
      <dgm:t>
        <a:bodyPr/>
        <a:lstStyle/>
        <a:p>
          <a:pPr rtl="0"/>
          <a:r>
            <a:rPr lang="en-US" sz="2800" b="1" dirty="0" smtClean="0">
              <a:effectLst/>
            </a:rPr>
            <a:t>Product mix shows a healthy balance across gender and category</a:t>
          </a:r>
          <a:endParaRPr lang="en-IN" sz="2800" b="1" dirty="0">
            <a:effectLst/>
          </a:endParaRPr>
        </a:p>
      </dgm:t>
    </dgm:pt>
    <dgm:pt modelId="{0FF632AF-FB85-4428-A306-E40CE72A8167}" type="parTrans" cxnId="{728B0D71-DB5F-474C-8F18-EA113FB1B7DD}">
      <dgm:prSet/>
      <dgm:spPr/>
      <dgm:t>
        <a:bodyPr/>
        <a:lstStyle/>
        <a:p>
          <a:endParaRPr lang="en-IN"/>
        </a:p>
      </dgm:t>
    </dgm:pt>
    <dgm:pt modelId="{EA1D27EA-A9D2-4D5F-BE3E-EC2825E30915}" type="sibTrans" cxnId="{728B0D71-DB5F-474C-8F18-EA113FB1B7DD}">
      <dgm:prSet/>
      <dgm:spPr/>
      <dgm:t>
        <a:bodyPr/>
        <a:lstStyle/>
        <a:p>
          <a:endParaRPr lang="en-IN"/>
        </a:p>
      </dgm:t>
    </dgm:pt>
    <dgm:pt modelId="{37527757-2EC5-4408-9A1C-9ED241208EDD}" type="pres">
      <dgm:prSet presAssocID="{EE4D8DD3-E4F4-4C8F-A6F8-7E5AF1DFE62A}" presName="linear" presStyleCnt="0">
        <dgm:presLayoutVars>
          <dgm:animLvl val="lvl"/>
          <dgm:resizeHandles val="exact"/>
        </dgm:presLayoutVars>
      </dgm:prSet>
      <dgm:spPr/>
    </dgm:pt>
    <dgm:pt modelId="{65FCC4CA-31CE-4EAB-8E9B-43022F39FFD2}" type="pres">
      <dgm:prSet presAssocID="{03F4CCB5-3BBE-48EB-BBBD-E341E1919157}" presName="parentText" presStyleLbl="node1" presStyleIdx="0" presStyleCnt="3" custLinFactNeighborX="0">
        <dgm:presLayoutVars>
          <dgm:chMax val="0"/>
          <dgm:bulletEnabled val="1"/>
        </dgm:presLayoutVars>
      </dgm:prSet>
      <dgm:spPr/>
    </dgm:pt>
    <dgm:pt modelId="{26F2A2B0-E4B2-4DEE-89DD-7B08DFD872C3}" type="pres">
      <dgm:prSet presAssocID="{FEE0A57E-4C9E-4CC9-81C0-D15C48489F5D}" presName="spacer" presStyleCnt="0"/>
      <dgm:spPr/>
    </dgm:pt>
    <dgm:pt modelId="{6E12E7E2-DA71-4DD0-8512-87BC5E84F9CC}" type="pres">
      <dgm:prSet presAssocID="{83871909-5760-49FD-906E-3DA8C564DA7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0760ECE-6677-437B-A7D3-85354B4E9DB3}" type="pres">
      <dgm:prSet presAssocID="{502B4952-6C9F-4D92-BB74-1F98DFCF479A}" presName="spacer" presStyleCnt="0"/>
      <dgm:spPr/>
    </dgm:pt>
    <dgm:pt modelId="{C273766C-C148-49E0-AA30-2C1C68246A13}" type="pres">
      <dgm:prSet presAssocID="{855EFF5D-5DA1-4DF5-B79B-C360425516F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2E84C61-B2F3-46E9-B882-8F0730DE9BAF}" type="presOf" srcId="{EE4D8DD3-E4F4-4C8F-A6F8-7E5AF1DFE62A}" destId="{37527757-2EC5-4408-9A1C-9ED241208EDD}" srcOrd="0" destOrd="0" presId="urn:microsoft.com/office/officeart/2005/8/layout/vList2"/>
    <dgm:cxn modelId="{728B0D71-DB5F-474C-8F18-EA113FB1B7DD}" srcId="{EE4D8DD3-E4F4-4C8F-A6F8-7E5AF1DFE62A}" destId="{855EFF5D-5DA1-4DF5-B79B-C360425516FC}" srcOrd="2" destOrd="0" parTransId="{0FF632AF-FB85-4428-A306-E40CE72A8167}" sibTransId="{EA1D27EA-A9D2-4D5F-BE3E-EC2825E30915}"/>
    <dgm:cxn modelId="{72D2B983-D618-4556-B954-32DE3A7564FA}" type="presOf" srcId="{83871909-5760-49FD-906E-3DA8C564DA72}" destId="{6E12E7E2-DA71-4DD0-8512-87BC5E84F9CC}" srcOrd="0" destOrd="0" presId="urn:microsoft.com/office/officeart/2005/8/layout/vList2"/>
    <dgm:cxn modelId="{F52A24F2-C3F1-4598-B962-416ECF02AB32}" srcId="{EE4D8DD3-E4F4-4C8F-A6F8-7E5AF1DFE62A}" destId="{03F4CCB5-3BBE-48EB-BBBD-E341E1919157}" srcOrd="0" destOrd="0" parTransId="{B3E7E647-51F5-42C8-A571-EBF374A6DE88}" sibTransId="{FEE0A57E-4C9E-4CC9-81C0-D15C48489F5D}"/>
    <dgm:cxn modelId="{ACA4DFB2-03DC-4308-B985-99875FDD44DB}" srcId="{EE4D8DD3-E4F4-4C8F-A6F8-7E5AF1DFE62A}" destId="{83871909-5760-49FD-906E-3DA8C564DA72}" srcOrd="1" destOrd="0" parTransId="{5FF8BC53-872F-4BE1-8DCC-F022AEA85313}" sibTransId="{502B4952-6C9F-4D92-BB74-1F98DFCF479A}"/>
    <dgm:cxn modelId="{B06EEDBB-BDD5-49F0-A895-230AA15BC0E8}" type="presOf" srcId="{03F4CCB5-3BBE-48EB-BBBD-E341E1919157}" destId="{65FCC4CA-31CE-4EAB-8E9B-43022F39FFD2}" srcOrd="0" destOrd="0" presId="urn:microsoft.com/office/officeart/2005/8/layout/vList2"/>
    <dgm:cxn modelId="{10D94037-A718-4C69-87B7-2FE3C5144E35}" type="presOf" srcId="{855EFF5D-5DA1-4DF5-B79B-C360425516FC}" destId="{C273766C-C148-49E0-AA30-2C1C68246A13}" srcOrd="0" destOrd="0" presId="urn:microsoft.com/office/officeart/2005/8/layout/vList2"/>
    <dgm:cxn modelId="{347416CD-6C05-4483-A1DA-33FDCFA4F212}" type="presParOf" srcId="{37527757-2EC5-4408-9A1C-9ED241208EDD}" destId="{65FCC4CA-31CE-4EAB-8E9B-43022F39FFD2}" srcOrd="0" destOrd="0" presId="urn:microsoft.com/office/officeart/2005/8/layout/vList2"/>
    <dgm:cxn modelId="{AC0233AB-11AD-4699-8B12-CBC226DC4C19}" type="presParOf" srcId="{37527757-2EC5-4408-9A1C-9ED241208EDD}" destId="{26F2A2B0-E4B2-4DEE-89DD-7B08DFD872C3}" srcOrd="1" destOrd="0" presId="urn:microsoft.com/office/officeart/2005/8/layout/vList2"/>
    <dgm:cxn modelId="{F05B1D97-CFC9-44DE-9136-76387CC64610}" type="presParOf" srcId="{37527757-2EC5-4408-9A1C-9ED241208EDD}" destId="{6E12E7E2-DA71-4DD0-8512-87BC5E84F9CC}" srcOrd="2" destOrd="0" presId="urn:microsoft.com/office/officeart/2005/8/layout/vList2"/>
    <dgm:cxn modelId="{D59C49D5-942F-46B1-8C0F-F47AA6BE87E5}" type="presParOf" srcId="{37527757-2EC5-4408-9A1C-9ED241208EDD}" destId="{00760ECE-6677-437B-A7D3-85354B4E9DB3}" srcOrd="3" destOrd="0" presId="urn:microsoft.com/office/officeart/2005/8/layout/vList2"/>
    <dgm:cxn modelId="{BE81378C-4037-4FCE-88E6-20A5E4044010}" type="presParOf" srcId="{37527757-2EC5-4408-9A1C-9ED241208EDD}" destId="{C273766C-C148-49E0-AA30-2C1C68246A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16E2F0-86F5-4DCC-9FED-FF85E4800947}" type="doc">
      <dgm:prSet loTypeId="urn:microsoft.com/office/officeart/2005/8/layout/target3" loCatId="relationship" qsTypeId="urn:microsoft.com/office/officeart/2005/8/quickstyle/3d3" qsCatId="3D" csTypeId="urn:microsoft.com/office/officeart/2005/8/colors/accent4_2" csCatId="accent4"/>
      <dgm:spPr/>
      <dgm:t>
        <a:bodyPr/>
        <a:lstStyle/>
        <a:p>
          <a:endParaRPr lang="en-IN"/>
        </a:p>
      </dgm:t>
    </dgm:pt>
    <dgm:pt modelId="{1E19919A-0345-418B-B519-D1B0B213D1FC}">
      <dgm:prSet custT="1"/>
      <dgm:spPr/>
      <dgm:t>
        <a:bodyPr/>
        <a:lstStyle/>
        <a:p>
          <a:pPr rtl="0"/>
          <a:r>
            <a:rPr lang="en-US" sz="2400" b="1" dirty="0" smtClean="0">
              <a:effectLst/>
            </a:rPr>
            <a:t>Q3 2021 was the highest sales quarter across all regions</a:t>
          </a:r>
          <a:endParaRPr lang="en-IN" sz="2400" b="1" dirty="0">
            <a:effectLst/>
          </a:endParaRPr>
        </a:p>
      </dgm:t>
    </dgm:pt>
    <dgm:pt modelId="{4F416497-41E6-4071-B62C-3A71663EBEF8}" type="parTrans" cxnId="{5E57DA8A-9B2A-43B7-B6FD-D3A9EF2BCE94}">
      <dgm:prSet/>
      <dgm:spPr/>
      <dgm:t>
        <a:bodyPr/>
        <a:lstStyle/>
        <a:p>
          <a:endParaRPr lang="en-IN"/>
        </a:p>
      </dgm:t>
    </dgm:pt>
    <dgm:pt modelId="{8CCF4919-4A9B-4DE3-9EDD-0F4CA918E29D}" type="sibTrans" cxnId="{5E57DA8A-9B2A-43B7-B6FD-D3A9EF2BCE94}">
      <dgm:prSet/>
      <dgm:spPr/>
      <dgm:t>
        <a:bodyPr/>
        <a:lstStyle/>
        <a:p>
          <a:endParaRPr lang="en-IN"/>
        </a:p>
      </dgm:t>
    </dgm:pt>
    <dgm:pt modelId="{DA0FBE59-B051-4546-83C3-680676E3FF63}">
      <dgm:prSet custT="1"/>
      <dgm:spPr/>
      <dgm:t>
        <a:bodyPr/>
        <a:lstStyle/>
        <a:p>
          <a:pPr rtl="0"/>
          <a:r>
            <a:rPr lang="en-US" sz="2400" b="1" dirty="0" smtClean="0">
              <a:effectLst/>
            </a:rPr>
            <a:t>West region outperformed others significantly in total revenue</a:t>
          </a:r>
          <a:endParaRPr lang="en-IN" sz="2400" b="1" dirty="0">
            <a:effectLst/>
          </a:endParaRPr>
        </a:p>
      </dgm:t>
    </dgm:pt>
    <dgm:pt modelId="{4D503F1E-B070-45D8-AAD4-B141FCC36829}" type="parTrans" cxnId="{20830748-377B-45F6-ABCE-01B426D065A8}">
      <dgm:prSet/>
      <dgm:spPr/>
      <dgm:t>
        <a:bodyPr/>
        <a:lstStyle/>
        <a:p>
          <a:endParaRPr lang="en-IN"/>
        </a:p>
      </dgm:t>
    </dgm:pt>
    <dgm:pt modelId="{DE1FF333-645E-4CB4-91C9-5673F73A9895}" type="sibTrans" cxnId="{20830748-377B-45F6-ABCE-01B426D065A8}">
      <dgm:prSet/>
      <dgm:spPr/>
      <dgm:t>
        <a:bodyPr/>
        <a:lstStyle/>
        <a:p>
          <a:endParaRPr lang="en-IN"/>
        </a:p>
      </dgm:t>
    </dgm:pt>
    <dgm:pt modelId="{261ED861-B425-4A75-B1C7-2B1C530AD33F}">
      <dgm:prSet custT="1"/>
      <dgm:spPr/>
      <dgm:t>
        <a:bodyPr/>
        <a:lstStyle/>
        <a:p>
          <a:pPr rtl="0"/>
          <a:r>
            <a:rPr lang="en-US" sz="2400" b="1" dirty="0" smtClean="0">
              <a:effectLst/>
            </a:rPr>
            <a:t>Men's Street Footwear dominated product category sales</a:t>
          </a:r>
          <a:endParaRPr lang="en-IN" sz="2400" b="1" dirty="0">
            <a:effectLst/>
          </a:endParaRPr>
        </a:p>
      </dgm:t>
    </dgm:pt>
    <dgm:pt modelId="{C1CF8641-B3C4-4266-B5D3-ECF889C844BE}" type="parTrans" cxnId="{F871D453-21FE-4D69-A758-948876EF9859}">
      <dgm:prSet/>
      <dgm:spPr/>
      <dgm:t>
        <a:bodyPr/>
        <a:lstStyle/>
        <a:p>
          <a:endParaRPr lang="en-IN"/>
        </a:p>
      </dgm:t>
    </dgm:pt>
    <dgm:pt modelId="{D78D6DA7-19B0-4F06-9814-040BB7CAA5FC}" type="sibTrans" cxnId="{F871D453-21FE-4D69-A758-948876EF9859}">
      <dgm:prSet/>
      <dgm:spPr/>
      <dgm:t>
        <a:bodyPr/>
        <a:lstStyle/>
        <a:p>
          <a:endParaRPr lang="en-IN"/>
        </a:p>
      </dgm:t>
    </dgm:pt>
    <dgm:pt modelId="{B2875B47-F0CD-4C4F-B50E-4BC0A1520C9B}">
      <dgm:prSet custT="1"/>
      <dgm:spPr/>
      <dgm:t>
        <a:bodyPr/>
        <a:lstStyle/>
        <a:p>
          <a:pPr rtl="0"/>
          <a:r>
            <a:rPr lang="en-US" sz="2400" b="1" dirty="0" smtClean="0">
              <a:effectLst/>
            </a:rPr>
            <a:t>Sales were well-distributed, showing a balanced product demand across segments</a:t>
          </a:r>
          <a:endParaRPr lang="en-IN" sz="2400" b="1" dirty="0">
            <a:effectLst/>
          </a:endParaRPr>
        </a:p>
      </dgm:t>
    </dgm:pt>
    <dgm:pt modelId="{9DA0BA2D-7326-4737-AB21-CA616BBA0F21}" type="parTrans" cxnId="{FE8E614A-8E99-4B3F-97CA-2C2EC2CAA7A2}">
      <dgm:prSet/>
      <dgm:spPr/>
      <dgm:t>
        <a:bodyPr/>
        <a:lstStyle/>
        <a:p>
          <a:endParaRPr lang="en-IN"/>
        </a:p>
      </dgm:t>
    </dgm:pt>
    <dgm:pt modelId="{7ABC508F-BB62-4582-A048-486D6B5D65ED}" type="sibTrans" cxnId="{FE8E614A-8E99-4B3F-97CA-2C2EC2CAA7A2}">
      <dgm:prSet/>
      <dgm:spPr/>
      <dgm:t>
        <a:bodyPr/>
        <a:lstStyle/>
        <a:p>
          <a:endParaRPr lang="en-IN"/>
        </a:p>
      </dgm:t>
    </dgm:pt>
    <dgm:pt modelId="{24673EAC-28DB-48CE-95E3-29FCCBBF656A}" type="pres">
      <dgm:prSet presAssocID="{1616E2F0-86F5-4DCC-9FED-FF85E4800947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D6C52B31-B247-4AF7-B8A1-032F5BDC730C}" type="pres">
      <dgm:prSet presAssocID="{1E19919A-0345-418B-B519-D1B0B213D1FC}" presName="circle1" presStyleLbl="node1" presStyleIdx="0" presStyleCnt="4"/>
      <dgm:spPr/>
    </dgm:pt>
    <dgm:pt modelId="{DED89712-4821-4916-8F20-5094AE446A80}" type="pres">
      <dgm:prSet presAssocID="{1E19919A-0345-418B-B519-D1B0B213D1FC}" presName="space" presStyleCnt="0"/>
      <dgm:spPr/>
    </dgm:pt>
    <dgm:pt modelId="{FFF638AE-954F-4EF3-AB1A-3AD95727A61D}" type="pres">
      <dgm:prSet presAssocID="{1E19919A-0345-418B-B519-D1B0B213D1FC}" presName="rect1" presStyleLbl="alignAcc1" presStyleIdx="0" presStyleCnt="4"/>
      <dgm:spPr/>
    </dgm:pt>
    <dgm:pt modelId="{D28832B0-A017-4EB4-B8FF-55B14EE7D8BD}" type="pres">
      <dgm:prSet presAssocID="{DA0FBE59-B051-4546-83C3-680676E3FF63}" presName="vertSpace2" presStyleLbl="node1" presStyleIdx="0" presStyleCnt="4"/>
      <dgm:spPr/>
    </dgm:pt>
    <dgm:pt modelId="{7AAA36D8-558A-473D-8F12-206DE0B68361}" type="pres">
      <dgm:prSet presAssocID="{DA0FBE59-B051-4546-83C3-680676E3FF63}" presName="circle2" presStyleLbl="node1" presStyleIdx="1" presStyleCnt="4"/>
      <dgm:spPr/>
    </dgm:pt>
    <dgm:pt modelId="{E7EC9139-C2D2-4EA5-B505-4D4E56060C0E}" type="pres">
      <dgm:prSet presAssocID="{DA0FBE59-B051-4546-83C3-680676E3FF63}" presName="rect2" presStyleLbl="alignAcc1" presStyleIdx="1" presStyleCnt="4"/>
      <dgm:spPr/>
    </dgm:pt>
    <dgm:pt modelId="{6C675331-09B6-47AA-B838-9982BD33577D}" type="pres">
      <dgm:prSet presAssocID="{261ED861-B425-4A75-B1C7-2B1C530AD33F}" presName="vertSpace3" presStyleLbl="node1" presStyleIdx="1" presStyleCnt="4"/>
      <dgm:spPr/>
    </dgm:pt>
    <dgm:pt modelId="{3A694320-684B-4F8D-BD8E-C6BD4C1BB5B2}" type="pres">
      <dgm:prSet presAssocID="{261ED861-B425-4A75-B1C7-2B1C530AD33F}" presName="circle3" presStyleLbl="node1" presStyleIdx="2" presStyleCnt="4"/>
      <dgm:spPr/>
    </dgm:pt>
    <dgm:pt modelId="{8CE203B7-5469-4069-9F12-F68C70189E71}" type="pres">
      <dgm:prSet presAssocID="{261ED861-B425-4A75-B1C7-2B1C530AD33F}" presName="rect3" presStyleLbl="alignAcc1" presStyleIdx="2" presStyleCnt="4"/>
      <dgm:spPr/>
    </dgm:pt>
    <dgm:pt modelId="{49596406-5E59-48FE-99FB-6843E57B69AA}" type="pres">
      <dgm:prSet presAssocID="{B2875B47-F0CD-4C4F-B50E-4BC0A1520C9B}" presName="vertSpace4" presStyleLbl="node1" presStyleIdx="2" presStyleCnt="4"/>
      <dgm:spPr/>
    </dgm:pt>
    <dgm:pt modelId="{5E3E70BD-BD33-4907-9B04-DE35EE4C3FFC}" type="pres">
      <dgm:prSet presAssocID="{B2875B47-F0CD-4C4F-B50E-4BC0A1520C9B}" presName="circle4" presStyleLbl="node1" presStyleIdx="3" presStyleCnt="4"/>
      <dgm:spPr/>
    </dgm:pt>
    <dgm:pt modelId="{2CB0204B-586F-466A-B0E3-ADA2B4C0B44A}" type="pres">
      <dgm:prSet presAssocID="{B2875B47-F0CD-4C4F-B50E-4BC0A1520C9B}" presName="rect4" presStyleLbl="alignAcc1" presStyleIdx="3" presStyleCnt="4"/>
      <dgm:spPr/>
    </dgm:pt>
    <dgm:pt modelId="{D0A4EE76-5DB0-4888-B25E-12318E26987F}" type="pres">
      <dgm:prSet presAssocID="{1E19919A-0345-418B-B519-D1B0B213D1FC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33866AF1-FC31-47EB-9CBA-489B53F4EBDB}" type="pres">
      <dgm:prSet presAssocID="{DA0FBE59-B051-4546-83C3-680676E3FF63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23FDB681-C7D0-488F-9C53-8F28E8B38C44}" type="pres">
      <dgm:prSet presAssocID="{261ED861-B425-4A75-B1C7-2B1C530AD33F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1DC603C1-142D-4F72-98A2-EACE2E80D848}" type="pres">
      <dgm:prSet presAssocID="{B2875B47-F0CD-4C4F-B50E-4BC0A1520C9B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2DE881D1-B498-41E0-9EAD-16909F5124F6}" type="presOf" srcId="{B2875B47-F0CD-4C4F-B50E-4BC0A1520C9B}" destId="{1DC603C1-142D-4F72-98A2-EACE2E80D848}" srcOrd="1" destOrd="0" presId="urn:microsoft.com/office/officeart/2005/8/layout/target3"/>
    <dgm:cxn modelId="{FE8E614A-8E99-4B3F-97CA-2C2EC2CAA7A2}" srcId="{1616E2F0-86F5-4DCC-9FED-FF85E4800947}" destId="{B2875B47-F0CD-4C4F-B50E-4BC0A1520C9B}" srcOrd="3" destOrd="0" parTransId="{9DA0BA2D-7326-4737-AB21-CA616BBA0F21}" sibTransId="{7ABC508F-BB62-4582-A048-486D6B5D65ED}"/>
    <dgm:cxn modelId="{1A9DC4CC-8C57-4FD5-8C8C-79F8A22D4F17}" type="presOf" srcId="{261ED861-B425-4A75-B1C7-2B1C530AD33F}" destId="{8CE203B7-5469-4069-9F12-F68C70189E71}" srcOrd="0" destOrd="0" presId="urn:microsoft.com/office/officeart/2005/8/layout/target3"/>
    <dgm:cxn modelId="{F871D453-21FE-4D69-A758-948876EF9859}" srcId="{1616E2F0-86F5-4DCC-9FED-FF85E4800947}" destId="{261ED861-B425-4A75-B1C7-2B1C530AD33F}" srcOrd="2" destOrd="0" parTransId="{C1CF8641-B3C4-4266-B5D3-ECF889C844BE}" sibTransId="{D78D6DA7-19B0-4F06-9814-040BB7CAA5FC}"/>
    <dgm:cxn modelId="{50F3CF0F-D16A-4ADD-81B4-620454250297}" type="presOf" srcId="{DA0FBE59-B051-4546-83C3-680676E3FF63}" destId="{33866AF1-FC31-47EB-9CBA-489B53F4EBDB}" srcOrd="1" destOrd="0" presId="urn:microsoft.com/office/officeart/2005/8/layout/target3"/>
    <dgm:cxn modelId="{2CD93E8F-A3D0-4DF0-B7FC-A2F8093495D0}" type="presOf" srcId="{1E19919A-0345-418B-B519-D1B0B213D1FC}" destId="{D0A4EE76-5DB0-4888-B25E-12318E26987F}" srcOrd="1" destOrd="0" presId="urn:microsoft.com/office/officeart/2005/8/layout/target3"/>
    <dgm:cxn modelId="{EFC9A72C-07BB-4D3F-BE58-525BA26B913F}" type="presOf" srcId="{DA0FBE59-B051-4546-83C3-680676E3FF63}" destId="{E7EC9139-C2D2-4EA5-B505-4D4E56060C0E}" srcOrd="0" destOrd="0" presId="urn:microsoft.com/office/officeart/2005/8/layout/target3"/>
    <dgm:cxn modelId="{20830748-377B-45F6-ABCE-01B426D065A8}" srcId="{1616E2F0-86F5-4DCC-9FED-FF85E4800947}" destId="{DA0FBE59-B051-4546-83C3-680676E3FF63}" srcOrd="1" destOrd="0" parTransId="{4D503F1E-B070-45D8-AAD4-B141FCC36829}" sibTransId="{DE1FF333-645E-4CB4-91C9-5673F73A9895}"/>
    <dgm:cxn modelId="{573450C9-2329-47D8-A107-6EC239E42FAD}" type="presOf" srcId="{1616E2F0-86F5-4DCC-9FED-FF85E4800947}" destId="{24673EAC-28DB-48CE-95E3-29FCCBBF656A}" srcOrd="0" destOrd="0" presId="urn:microsoft.com/office/officeart/2005/8/layout/target3"/>
    <dgm:cxn modelId="{587517B4-A1DD-4949-A1F1-37D0FB4241E4}" type="presOf" srcId="{261ED861-B425-4A75-B1C7-2B1C530AD33F}" destId="{23FDB681-C7D0-488F-9C53-8F28E8B38C44}" srcOrd="1" destOrd="0" presId="urn:microsoft.com/office/officeart/2005/8/layout/target3"/>
    <dgm:cxn modelId="{EE322AB6-5AED-487F-9126-8FCC06A18F4F}" type="presOf" srcId="{B2875B47-F0CD-4C4F-B50E-4BC0A1520C9B}" destId="{2CB0204B-586F-466A-B0E3-ADA2B4C0B44A}" srcOrd="0" destOrd="0" presId="urn:microsoft.com/office/officeart/2005/8/layout/target3"/>
    <dgm:cxn modelId="{5E57DA8A-9B2A-43B7-B6FD-D3A9EF2BCE94}" srcId="{1616E2F0-86F5-4DCC-9FED-FF85E4800947}" destId="{1E19919A-0345-418B-B519-D1B0B213D1FC}" srcOrd="0" destOrd="0" parTransId="{4F416497-41E6-4071-B62C-3A71663EBEF8}" sibTransId="{8CCF4919-4A9B-4DE3-9EDD-0F4CA918E29D}"/>
    <dgm:cxn modelId="{250865F6-3B60-48A8-B40B-3F4CAEFB58FA}" type="presOf" srcId="{1E19919A-0345-418B-B519-D1B0B213D1FC}" destId="{FFF638AE-954F-4EF3-AB1A-3AD95727A61D}" srcOrd="0" destOrd="0" presId="urn:microsoft.com/office/officeart/2005/8/layout/target3"/>
    <dgm:cxn modelId="{F4BB3163-5F0D-43F8-A89A-E2C98EDB87C4}" type="presParOf" srcId="{24673EAC-28DB-48CE-95E3-29FCCBBF656A}" destId="{D6C52B31-B247-4AF7-B8A1-032F5BDC730C}" srcOrd="0" destOrd="0" presId="urn:microsoft.com/office/officeart/2005/8/layout/target3"/>
    <dgm:cxn modelId="{A6E889B0-6343-4941-8A7E-46CBA08D38EF}" type="presParOf" srcId="{24673EAC-28DB-48CE-95E3-29FCCBBF656A}" destId="{DED89712-4821-4916-8F20-5094AE446A80}" srcOrd="1" destOrd="0" presId="urn:microsoft.com/office/officeart/2005/8/layout/target3"/>
    <dgm:cxn modelId="{731421B7-119B-4954-8940-AE1E0A381FEC}" type="presParOf" srcId="{24673EAC-28DB-48CE-95E3-29FCCBBF656A}" destId="{FFF638AE-954F-4EF3-AB1A-3AD95727A61D}" srcOrd="2" destOrd="0" presId="urn:microsoft.com/office/officeart/2005/8/layout/target3"/>
    <dgm:cxn modelId="{A1E3D608-6F1E-49BA-B78F-6538C526F82C}" type="presParOf" srcId="{24673EAC-28DB-48CE-95E3-29FCCBBF656A}" destId="{D28832B0-A017-4EB4-B8FF-55B14EE7D8BD}" srcOrd="3" destOrd="0" presId="urn:microsoft.com/office/officeart/2005/8/layout/target3"/>
    <dgm:cxn modelId="{FC087478-1DF9-4C65-987A-897B036A8CC8}" type="presParOf" srcId="{24673EAC-28DB-48CE-95E3-29FCCBBF656A}" destId="{7AAA36D8-558A-473D-8F12-206DE0B68361}" srcOrd="4" destOrd="0" presId="urn:microsoft.com/office/officeart/2005/8/layout/target3"/>
    <dgm:cxn modelId="{037C81ED-D6CC-43CE-9B72-85F6966E5DE0}" type="presParOf" srcId="{24673EAC-28DB-48CE-95E3-29FCCBBF656A}" destId="{E7EC9139-C2D2-4EA5-B505-4D4E56060C0E}" srcOrd="5" destOrd="0" presId="urn:microsoft.com/office/officeart/2005/8/layout/target3"/>
    <dgm:cxn modelId="{5BECDE92-17F2-4004-A0B2-09BDB4B7439C}" type="presParOf" srcId="{24673EAC-28DB-48CE-95E3-29FCCBBF656A}" destId="{6C675331-09B6-47AA-B838-9982BD33577D}" srcOrd="6" destOrd="0" presId="urn:microsoft.com/office/officeart/2005/8/layout/target3"/>
    <dgm:cxn modelId="{39DA1B13-E365-4382-B6D1-5366E5FABB98}" type="presParOf" srcId="{24673EAC-28DB-48CE-95E3-29FCCBBF656A}" destId="{3A694320-684B-4F8D-BD8E-C6BD4C1BB5B2}" srcOrd="7" destOrd="0" presId="urn:microsoft.com/office/officeart/2005/8/layout/target3"/>
    <dgm:cxn modelId="{21B5A812-C369-49E0-9A8D-A12D22764C0F}" type="presParOf" srcId="{24673EAC-28DB-48CE-95E3-29FCCBBF656A}" destId="{8CE203B7-5469-4069-9F12-F68C70189E71}" srcOrd="8" destOrd="0" presId="urn:microsoft.com/office/officeart/2005/8/layout/target3"/>
    <dgm:cxn modelId="{96CC8296-9B91-4A99-B0F7-70A1B966B355}" type="presParOf" srcId="{24673EAC-28DB-48CE-95E3-29FCCBBF656A}" destId="{49596406-5E59-48FE-99FB-6843E57B69AA}" srcOrd="9" destOrd="0" presId="urn:microsoft.com/office/officeart/2005/8/layout/target3"/>
    <dgm:cxn modelId="{FABCB207-67A2-4EB7-89A1-34D50260E150}" type="presParOf" srcId="{24673EAC-28DB-48CE-95E3-29FCCBBF656A}" destId="{5E3E70BD-BD33-4907-9B04-DE35EE4C3FFC}" srcOrd="10" destOrd="0" presId="urn:microsoft.com/office/officeart/2005/8/layout/target3"/>
    <dgm:cxn modelId="{05197D13-DA63-4BB6-918C-21D66F0658A9}" type="presParOf" srcId="{24673EAC-28DB-48CE-95E3-29FCCBBF656A}" destId="{2CB0204B-586F-466A-B0E3-ADA2B4C0B44A}" srcOrd="11" destOrd="0" presId="urn:microsoft.com/office/officeart/2005/8/layout/target3"/>
    <dgm:cxn modelId="{9D4236FE-8DD5-42BF-810F-144D53F7F9B4}" type="presParOf" srcId="{24673EAC-28DB-48CE-95E3-29FCCBBF656A}" destId="{D0A4EE76-5DB0-4888-B25E-12318E26987F}" srcOrd="12" destOrd="0" presId="urn:microsoft.com/office/officeart/2005/8/layout/target3"/>
    <dgm:cxn modelId="{E1E72649-8797-453C-901E-894791989723}" type="presParOf" srcId="{24673EAC-28DB-48CE-95E3-29FCCBBF656A}" destId="{33866AF1-FC31-47EB-9CBA-489B53F4EBDB}" srcOrd="13" destOrd="0" presId="urn:microsoft.com/office/officeart/2005/8/layout/target3"/>
    <dgm:cxn modelId="{1E4FC0D3-DFE7-4BB2-85EF-374AD4C4EEFE}" type="presParOf" srcId="{24673EAC-28DB-48CE-95E3-29FCCBBF656A}" destId="{23FDB681-C7D0-488F-9C53-8F28E8B38C44}" srcOrd="14" destOrd="0" presId="urn:microsoft.com/office/officeart/2005/8/layout/target3"/>
    <dgm:cxn modelId="{D375656A-CCF5-4028-B0E7-9D06BB53B6F9}" type="presParOf" srcId="{24673EAC-28DB-48CE-95E3-29FCCBBF656A}" destId="{1DC603C1-142D-4F72-98A2-EACE2E80D848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EF0055-0711-4481-BD3D-80DB37323133}" type="doc">
      <dgm:prSet loTypeId="urn:microsoft.com/office/officeart/2005/8/layout/venn1" loCatId="relationship" qsTypeId="urn:microsoft.com/office/officeart/2005/8/quickstyle/3d4" qsCatId="3D" csTypeId="urn:microsoft.com/office/officeart/2005/8/colors/accent4_2" csCatId="accent4"/>
      <dgm:spPr/>
      <dgm:t>
        <a:bodyPr/>
        <a:lstStyle/>
        <a:p>
          <a:endParaRPr lang="en-IN"/>
        </a:p>
      </dgm:t>
    </dgm:pt>
    <dgm:pt modelId="{24F2B532-2EAC-4E08-BD33-B5C84C28965C}">
      <dgm:prSet custT="1"/>
      <dgm:spPr/>
      <dgm:t>
        <a:bodyPr/>
        <a:lstStyle/>
        <a:p>
          <a:pPr rtl="0"/>
          <a:r>
            <a:rPr lang="en-US" sz="2000" b="1" dirty="0" smtClean="0"/>
            <a:t>Tableau</a:t>
          </a:r>
          <a:r>
            <a:rPr lang="en-US" sz="2000" dirty="0" smtClean="0"/>
            <a:t> for data visualization and dashboard creation</a:t>
          </a:r>
          <a:endParaRPr lang="en-IN" sz="2000" dirty="0"/>
        </a:p>
      </dgm:t>
    </dgm:pt>
    <dgm:pt modelId="{0E47F297-03BF-4B7A-8E61-8CFE817C93F3}" type="parTrans" cxnId="{A53DBD23-1631-44BE-A360-597210E5CE28}">
      <dgm:prSet/>
      <dgm:spPr/>
      <dgm:t>
        <a:bodyPr/>
        <a:lstStyle/>
        <a:p>
          <a:endParaRPr lang="en-IN"/>
        </a:p>
      </dgm:t>
    </dgm:pt>
    <dgm:pt modelId="{D04E9356-5CB0-402F-A1CF-E60C9CBDB3F8}" type="sibTrans" cxnId="{A53DBD23-1631-44BE-A360-597210E5CE28}">
      <dgm:prSet/>
      <dgm:spPr/>
      <dgm:t>
        <a:bodyPr/>
        <a:lstStyle/>
        <a:p>
          <a:endParaRPr lang="en-IN"/>
        </a:p>
      </dgm:t>
    </dgm:pt>
    <dgm:pt modelId="{DD2C2979-25B1-4F85-9083-3C31A4D6D140}">
      <dgm:prSet/>
      <dgm:spPr/>
      <dgm:t>
        <a:bodyPr/>
        <a:lstStyle/>
        <a:p>
          <a:pPr rtl="0"/>
          <a:r>
            <a:rPr lang="en-US" b="1" dirty="0" smtClean="0"/>
            <a:t>Excel</a:t>
          </a:r>
          <a:r>
            <a:rPr lang="en-US" dirty="0" smtClean="0"/>
            <a:t> for data cleaning and source structuring</a:t>
          </a:r>
          <a:endParaRPr lang="en-IN" dirty="0"/>
        </a:p>
      </dgm:t>
    </dgm:pt>
    <dgm:pt modelId="{ED29332C-DD1D-4C44-AFAF-881C95A9ABB1}" type="parTrans" cxnId="{8E292CC1-6688-4580-846F-D5646E4AA114}">
      <dgm:prSet/>
      <dgm:spPr/>
      <dgm:t>
        <a:bodyPr/>
        <a:lstStyle/>
        <a:p>
          <a:endParaRPr lang="en-IN"/>
        </a:p>
      </dgm:t>
    </dgm:pt>
    <dgm:pt modelId="{3C440676-FABA-4C5D-A9E9-2518AC775B8A}" type="sibTrans" cxnId="{8E292CC1-6688-4580-846F-D5646E4AA114}">
      <dgm:prSet/>
      <dgm:spPr/>
      <dgm:t>
        <a:bodyPr/>
        <a:lstStyle/>
        <a:p>
          <a:endParaRPr lang="en-IN"/>
        </a:p>
      </dgm:t>
    </dgm:pt>
    <dgm:pt modelId="{07F31F21-C991-43AF-A2BC-D341A63E4228}">
      <dgm:prSet/>
      <dgm:spPr/>
      <dgm:t>
        <a:bodyPr/>
        <a:lstStyle/>
        <a:p>
          <a:pPr rtl="0"/>
          <a:r>
            <a:rPr lang="en-US" dirty="0" smtClean="0"/>
            <a:t>Dataset: Adidas US Sales (2020–2021)</a:t>
          </a:r>
          <a:endParaRPr lang="en-IN" dirty="0"/>
        </a:p>
      </dgm:t>
    </dgm:pt>
    <dgm:pt modelId="{D3CEEE30-6423-4F62-880C-5C05182F1DFD}" type="parTrans" cxnId="{9EC6E377-A378-47F3-89B5-0D967A629DE6}">
      <dgm:prSet/>
      <dgm:spPr/>
      <dgm:t>
        <a:bodyPr/>
        <a:lstStyle/>
        <a:p>
          <a:endParaRPr lang="en-IN"/>
        </a:p>
      </dgm:t>
    </dgm:pt>
    <dgm:pt modelId="{5F88ED69-7101-49D5-B306-43B110CDFCBF}" type="sibTrans" cxnId="{9EC6E377-A378-47F3-89B5-0D967A629DE6}">
      <dgm:prSet/>
      <dgm:spPr/>
      <dgm:t>
        <a:bodyPr/>
        <a:lstStyle/>
        <a:p>
          <a:endParaRPr lang="en-IN"/>
        </a:p>
      </dgm:t>
    </dgm:pt>
    <dgm:pt modelId="{8011932C-25F4-4602-B6F6-71D3C5FC4FF7}" type="pres">
      <dgm:prSet presAssocID="{D8EF0055-0711-4481-BD3D-80DB37323133}" presName="compositeShape" presStyleCnt="0">
        <dgm:presLayoutVars>
          <dgm:chMax val="7"/>
          <dgm:dir/>
          <dgm:resizeHandles val="exact"/>
        </dgm:presLayoutVars>
      </dgm:prSet>
      <dgm:spPr/>
    </dgm:pt>
    <dgm:pt modelId="{B1305024-E8EE-4671-9286-26B573DF8C80}" type="pres">
      <dgm:prSet presAssocID="{24F2B532-2EAC-4E08-BD33-B5C84C28965C}" presName="circ1" presStyleLbl="vennNode1" presStyleIdx="0" presStyleCnt="3"/>
      <dgm:spPr/>
    </dgm:pt>
    <dgm:pt modelId="{DF50E9DA-3DC0-40A3-87AD-2C0E8044418B}" type="pres">
      <dgm:prSet presAssocID="{24F2B532-2EAC-4E08-BD33-B5C84C28965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06203A1-49C0-4C65-9822-44CE58DDAFB7}" type="pres">
      <dgm:prSet presAssocID="{DD2C2979-25B1-4F85-9083-3C31A4D6D140}" presName="circ2" presStyleLbl="vennNode1" presStyleIdx="1" presStyleCnt="3"/>
      <dgm:spPr/>
    </dgm:pt>
    <dgm:pt modelId="{83AB0CC3-59E7-4D90-BB47-03E4B0D000CA}" type="pres">
      <dgm:prSet presAssocID="{DD2C2979-25B1-4F85-9083-3C31A4D6D14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70A2DAB-F177-4529-B1DE-4F6117F9FEA6}" type="pres">
      <dgm:prSet presAssocID="{07F31F21-C991-43AF-A2BC-D341A63E4228}" presName="circ3" presStyleLbl="vennNode1" presStyleIdx="2" presStyleCnt="3"/>
      <dgm:spPr/>
    </dgm:pt>
    <dgm:pt modelId="{C874276A-2F1F-47B1-A64A-32EA318BA98F}" type="pres">
      <dgm:prSet presAssocID="{07F31F21-C991-43AF-A2BC-D341A63E422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53DBD23-1631-44BE-A360-597210E5CE28}" srcId="{D8EF0055-0711-4481-BD3D-80DB37323133}" destId="{24F2B532-2EAC-4E08-BD33-B5C84C28965C}" srcOrd="0" destOrd="0" parTransId="{0E47F297-03BF-4B7A-8E61-8CFE817C93F3}" sibTransId="{D04E9356-5CB0-402F-A1CF-E60C9CBDB3F8}"/>
    <dgm:cxn modelId="{671ABAFC-2685-4965-9A7B-653BFCECFC4A}" type="presOf" srcId="{DD2C2979-25B1-4F85-9083-3C31A4D6D140}" destId="{606203A1-49C0-4C65-9822-44CE58DDAFB7}" srcOrd="0" destOrd="0" presId="urn:microsoft.com/office/officeart/2005/8/layout/venn1"/>
    <dgm:cxn modelId="{46F4D1F7-4D2F-42D6-B166-D4B6DAD1B5C4}" type="presOf" srcId="{07F31F21-C991-43AF-A2BC-D341A63E4228}" destId="{E70A2DAB-F177-4529-B1DE-4F6117F9FEA6}" srcOrd="0" destOrd="0" presId="urn:microsoft.com/office/officeart/2005/8/layout/venn1"/>
    <dgm:cxn modelId="{68E15351-5807-4355-B661-F9828C2FA72F}" type="presOf" srcId="{DD2C2979-25B1-4F85-9083-3C31A4D6D140}" destId="{83AB0CC3-59E7-4D90-BB47-03E4B0D000CA}" srcOrd="1" destOrd="0" presId="urn:microsoft.com/office/officeart/2005/8/layout/venn1"/>
    <dgm:cxn modelId="{8E292CC1-6688-4580-846F-D5646E4AA114}" srcId="{D8EF0055-0711-4481-BD3D-80DB37323133}" destId="{DD2C2979-25B1-4F85-9083-3C31A4D6D140}" srcOrd="1" destOrd="0" parTransId="{ED29332C-DD1D-4C44-AFAF-881C95A9ABB1}" sibTransId="{3C440676-FABA-4C5D-A9E9-2518AC775B8A}"/>
    <dgm:cxn modelId="{924E8012-C9CA-4669-8E43-37E2C9D8AF2E}" type="presOf" srcId="{24F2B532-2EAC-4E08-BD33-B5C84C28965C}" destId="{B1305024-E8EE-4671-9286-26B573DF8C80}" srcOrd="0" destOrd="0" presId="urn:microsoft.com/office/officeart/2005/8/layout/venn1"/>
    <dgm:cxn modelId="{9EC6E377-A378-47F3-89B5-0D967A629DE6}" srcId="{D8EF0055-0711-4481-BD3D-80DB37323133}" destId="{07F31F21-C991-43AF-A2BC-D341A63E4228}" srcOrd="2" destOrd="0" parTransId="{D3CEEE30-6423-4F62-880C-5C05182F1DFD}" sibTransId="{5F88ED69-7101-49D5-B306-43B110CDFCBF}"/>
    <dgm:cxn modelId="{15CBE105-9BE0-4A89-BC83-391B5D2A8C2A}" type="presOf" srcId="{07F31F21-C991-43AF-A2BC-D341A63E4228}" destId="{C874276A-2F1F-47B1-A64A-32EA318BA98F}" srcOrd="1" destOrd="0" presId="urn:microsoft.com/office/officeart/2005/8/layout/venn1"/>
    <dgm:cxn modelId="{729E78A8-348B-465D-A1F0-C2E8E7028622}" type="presOf" srcId="{D8EF0055-0711-4481-BD3D-80DB37323133}" destId="{8011932C-25F4-4602-B6F6-71D3C5FC4FF7}" srcOrd="0" destOrd="0" presId="urn:microsoft.com/office/officeart/2005/8/layout/venn1"/>
    <dgm:cxn modelId="{19CBF417-BF47-4235-B2A5-EE2F9F97908C}" type="presOf" srcId="{24F2B532-2EAC-4E08-BD33-B5C84C28965C}" destId="{DF50E9DA-3DC0-40A3-87AD-2C0E8044418B}" srcOrd="1" destOrd="0" presId="urn:microsoft.com/office/officeart/2005/8/layout/venn1"/>
    <dgm:cxn modelId="{3186EA50-05D8-4C94-BEEA-C8303983EBF8}" type="presParOf" srcId="{8011932C-25F4-4602-B6F6-71D3C5FC4FF7}" destId="{B1305024-E8EE-4671-9286-26B573DF8C80}" srcOrd="0" destOrd="0" presId="urn:microsoft.com/office/officeart/2005/8/layout/venn1"/>
    <dgm:cxn modelId="{BB4EAB53-E58A-4240-9A16-CEE3EA218109}" type="presParOf" srcId="{8011932C-25F4-4602-B6F6-71D3C5FC4FF7}" destId="{DF50E9DA-3DC0-40A3-87AD-2C0E8044418B}" srcOrd="1" destOrd="0" presId="urn:microsoft.com/office/officeart/2005/8/layout/venn1"/>
    <dgm:cxn modelId="{D3AC41CF-BCEA-4F09-AA05-051D5C719D49}" type="presParOf" srcId="{8011932C-25F4-4602-B6F6-71D3C5FC4FF7}" destId="{606203A1-49C0-4C65-9822-44CE58DDAFB7}" srcOrd="2" destOrd="0" presId="urn:microsoft.com/office/officeart/2005/8/layout/venn1"/>
    <dgm:cxn modelId="{6C274FB5-64AA-43DE-B446-CFB3F15E4EAE}" type="presParOf" srcId="{8011932C-25F4-4602-B6F6-71D3C5FC4FF7}" destId="{83AB0CC3-59E7-4D90-BB47-03E4B0D000CA}" srcOrd="3" destOrd="0" presId="urn:microsoft.com/office/officeart/2005/8/layout/venn1"/>
    <dgm:cxn modelId="{1390A74E-DD1B-4814-87A7-10FBA161A492}" type="presParOf" srcId="{8011932C-25F4-4602-B6F6-71D3C5FC4FF7}" destId="{E70A2DAB-F177-4529-B1DE-4F6117F9FEA6}" srcOrd="4" destOrd="0" presId="urn:microsoft.com/office/officeart/2005/8/layout/venn1"/>
    <dgm:cxn modelId="{971129BB-D4A0-465B-963A-E4F0B35FFA71}" type="presParOf" srcId="{8011932C-25F4-4602-B6F6-71D3C5FC4FF7}" destId="{C874276A-2F1F-47B1-A64A-32EA318BA98F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84C20-BD95-4591-A2E5-16F37E599B03}">
      <dsp:nvSpPr>
        <dsp:cNvPr id="0" name=""/>
        <dsp:cNvSpPr/>
      </dsp:nvSpPr>
      <dsp:spPr>
        <a:xfrm>
          <a:off x="0" y="11582"/>
          <a:ext cx="9601196" cy="103523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effectLst/>
            </a:rPr>
            <a:t>Total sales increased steadily from Q1 2020 to Q4 2021</a:t>
          </a:r>
          <a:endParaRPr lang="en-IN" sz="2800" b="1" kern="1200" dirty="0">
            <a:effectLst/>
          </a:endParaRPr>
        </a:p>
      </dsp:txBody>
      <dsp:txXfrm>
        <a:off x="50536" y="62118"/>
        <a:ext cx="9500124" cy="934158"/>
      </dsp:txXfrm>
    </dsp:sp>
    <dsp:sp modelId="{45A4F057-1C81-45A5-9DFC-63E12C709100}">
      <dsp:nvSpPr>
        <dsp:cNvPr id="0" name=""/>
        <dsp:cNvSpPr/>
      </dsp:nvSpPr>
      <dsp:spPr>
        <a:xfrm>
          <a:off x="0" y="1141852"/>
          <a:ext cx="9601196" cy="103523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effectLst/>
            </a:rPr>
            <a:t>Peak observed in Q3 2021, indicating strong seasonal or promotional performance</a:t>
          </a:r>
          <a:endParaRPr lang="en-IN" sz="2800" b="1" kern="1200" dirty="0">
            <a:effectLst/>
          </a:endParaRPr>
        </a:p>
      </dsp:txBody>
      <dsp:txXfrm>
        <a:off x="50536" y="1192388"/>
        <a:ext cx="9500124" cy="934158"/>
      </dsp:txXfrm>
    </dsp:sp>
    <dsp:sp modelId="{48FAAFE6-D03B-44EB-8741-DA9D49ACF3B2}">
      <dsp:nvSpPr>
        <dsp:cNvPr id="0" name=""/>
        <dsp:cNvSpPr/>
      </dsp:nvSpPr>
      <dsp:spPr>
        <a:xfrm>
          <a:off x="0" y="2272123"/>
          <a:ext cx="9601196" cy="103523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effectLst/>
            </a:rPr>
            <a:t>Consistent growth suggests expanding market reach or effective strategy</a:t>
          </a:r>
          <a:endParaRPr lang="en-IN" sz="2800" b="1" kern="1200" dirty="0">
            <a:effectLst/>
          </a:endParaRPr>
        </a:p>
      </dsp:txBody>
      <dsp:txXfrm>
        <a:off x="50536" y="2322659"/>
        <a:ext cx="9500124" cy="9341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47D93-0334-4784-B861-830636C9D519}">
      <dsp:nvSpPr>
        <dsp:cNvPr id="0" name=""/>
        <dsp:cNvSpPr/>
      </dsp:nvSpPr>
      <dsp:spPr>
        <a:xfrm>
          <a:off x="0" y="11582"/>
          <a:ext cx="9601196" cy="103523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effectLst/>
            </a:rPr>
            <a:t>West region led with over $270M in total sales</a:t>
          </a:r>
          <a:endParaRPr lang="en-IN" sz="2800" b="1" kern="1200" dirty="0">
            <a:effectLst/>
          </a:endParaRPr>
        </a:p>
      </dsp:txBody>
      <dsp:txXfrm>
        <a:off x="50536" y="62118"/>
        <a:ext cx="9500124" cy="934158"/>
      </dsp:txXfrm>
    </dsp:sp>
    <dsp:sp modelId="{83BD8671-440F-429B-BD05-020BE0E45A3A}">
      <dsp:nvSpPr>
        <dsp:cNvPr id="0" name=""/>
        <dsp:cNvSpPr/>
      </dsp:nvSpPr>
      <dsp:spPr>
        <a:xfrm>
          <a:off x="0" y="1141852"/>
          <a:ext cx="9601196" cy="103523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effectLst/>
            </a:rPr>
            <a:t>Northeast and Southeast followed as strong performers</a:t>
          </a:r>
          <a:endParaRPr lang="en-IN" sz="2800" b="1" kern="1200" dirty="0">
            <a:effectLst/>
          </a:endParaRPr>
        </a:p>
      </dsp:txBody>
      <dsp:txXfrm>
        <a:off x="50536" y="1192388"/>
        <a:ext cx="9500124" cy="934158"/>
      </dsp:txXfrm>
    </dsp:sp>
    <dsp:sp modelId="{82745FE8-7CCB-4322-A795-92238D7F2495}">
      <dsp:nvSpPr>
        <dsp:cNvPr id="0" name=""/>
        <dsp:cNvSpPr/>
      </dsp:nvSpPr>
      <dsp:spPr>
        <a:xfrm>
          <a:off x="0" y="2272123"/>
          <a:ext cx="9601196" cy="103523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effectLst/>
            </a:rPr>
            <a:t>Midwest had the lowest total sales but still contributed over $130M</a:t>
          </a:r>
          <a:endParaRPr lang="en-IN" sz="2800" b="1" kern="1200" dirty="0">
            <a:effectLst/>
          </a:endParaRPr>
        </a:p>
      </dsp:txBody>
      <dsp:txXfrm>
        <a:off x="50536" y="2322659"/>
        <a:ext cx="9500124" cy="9341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FCC4CA-31CE-4EAB-8E9B-43022F39FFD2}">
      <dsp:nvSpPr>
        <dsp:cNvPr id="0" name=""/>
        <dsp:cNvSpPr/>
      </dsp:nvSpPr>
      <dsp:spPr>
        <a:xfrm>
          <a:off x="0" y="19892"/>
          <a:ext cx="9601196" cy="103545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effectLst/>
            </a:rPr>
            <a:t>Men’s Street Footwear: Top-selling product with $208M+ in revenue</a:t>
          </a:r>
          <a:endParaRPr lang="en-IN" sz="2800" b="1" kern="1200" dirty="0">
            <a:effectLst/>
          </a:endParaRPr>
        </a:p>
      </dsp:txBody>
      <dsp:txXfrm>
        <a:off x="50547" y="70439"/>
        <a:ext cx="9500102" cy="934356"/>
      </dsp:txXfrm>
    </dsp:sp>
    <dsp:sp modelId="{6E12E7E2-DA71-4DD0-8512-87BC5E84F9CC}">
      <dsp:nvSpPr>
        <dsp:cNvPr id="0" name=""/>
        <dsp:cNvSpPr/>
      </dsp:nvSpPr>
      <dsp:spPr>
        <a:xfrm>
          <a:off x="0" y="1141743"/>
          <a:ext cx="9601196" cy="103545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effectLst/>
            </a:rPr>
            <a:t>Women’s Apparel and Men’s Athletic Footwear also performed strongly</a:t>
          </a:r>
          <a:endParaRPr lang="en-IN" sz="2800" b="1" kern="1200" dirty="0">
            <a:effectLst/>
          </a:endParaRPr>
        </a:p>
      </dsp:txBody>
      <dsp:txXfrm>
        <a:off x="50547" y="1192290"/>
        <a:ext cx="9500102" cy="934356"/>
      </dsp:txXfrm>
    </dsp:sp>
    <dsp:sp modelId="{C273766C-C148-49E0-AA30-2C1C68246A13}">
      <dsp:nvSpPr>
        <dsp:cNvPr id="0" name=""/>
        <dsp:cNvSpPr/>
      </dsp:nvSpPr>
      <dsp:spPr>
        <a:xfrm>
          <a:off x="0" y="2263593"/>
          <a:ext cx="9601196" cy="103545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effectLst/>
            </a:rPr>
            <a:t>Product mix shows a healthy balance across gender and category</a:t>
          </a:r>
          <a:endParaRPr lang="en-IN" sz="2800" b="1" kern="1200" dirty="0">
            <a:effectLst/>
          </a:endParaRPr>
        </a:p>
      </dsp:txBody>
      <dsp:txXfrm>
        <a:off x="50547" y="2314140"/>
        <a:ext cx="9500102" cy="9343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C52B31-B247-4AF7-B8A1-032F5BDC730C}">
      <dsp:nvSpPr>
        <dsp:cNvPr id="0" name=""/>
        <dsp:cNvSpPr/>
      </dsp:nvSpPr>
      <dsp:spPr>
        <a:xfrm>
          <a:off x="0" y="0"/>
          <a:ext cx="3318935" cy="3318935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F638AE-954F-4EF3-AB1A-3AD95727A61D}">
      <dsp:nvSpPr>
        <dsp:cNvPr id="0" name=""/>
        <dsp:cNvSpPr/>
      </dsp:nvSpPr>
      <dsp:spPr>
        <a:xfrm>
          <a:off x="1659467" y="0"/>
          <a:ext cx="7941728" cy="331893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effectLst/>
            </a:rPr>
            <a:t>Q3 2021 was the highest sales quarter across all regions</a:t>
          </a:r>
          <a:endParaRPr lang="en-IN" sz="2400" b="1" kern="1200" dirty="0">
            <a:effectLst/>
          </a:endParaRPr>
        </a:p>
      </dsp:txBody>
      <dsp:txXfrm>
        <a:off x="1659467" y="0"/>
        <a:ext cx="7941728" cy="705273"/>
      </dsp:txXfrm>
    </dsp:sp>
    <dsp:sp modelId="{7AAA36D8-558A-473D-8F12-206DE0B68361}">
      <dsp:nvSpPr>
        <dsp:cNvPr id="0" name=""/>
        <dsp:cNvSpPr/>
      </dsp:nvSpPr>
      <dsp:spPr>
        <a:xfrm>
          <a:off x="435610" y="705273"/>
          <a:ext cx="2447715" cy="2447715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7EC9139-C2D2-4EA5-B505-4D4E56060C0E}">
      <dsp:nvSpPr>
        <dsp:cNvPr id="0" name=""/>
        <dsp:cNvSpPr/>
      </dsp:nvSpPr>
      <dsp:spPr>
        <a:xfrm>
          <a:off x="1659467" y="705273"/>
          <a:ext cx="7941728" cy="244771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effectLst/>
            </a:rPr>
            <a:t>West region outperformed others significantly in total revenue</a:t>
          </a:r>
          <a:endParaRPr lang="en-IN" sz="2400" b="1" kern="1200" dirty="0">
            <a:effectLst/>
          </a:endParaRPr>
        </a:p>
      </dsp:txBody>
      <dsp:txXfrm>
        <a:off x="1659467" y="705273"/>
        <a:ext cx="7941728" cy="705273"/>
      </dsp:txXfrm>
    </dsp:sp>
    <dsp:sp modelId="{3A694320-684B-4F8D-BD8E-C6BD4C1BB5B2}">
      <dsp:nvSpPr>
        <dsp:cNvPr id="0" name=""/>
        <dsp:cNvSpPr/>
      </dsp:nvSpPr>
      <dsp:spPr>
        <a:xfrm>
          <a:off x="871220" y="1410547"/>
          <a:ext cx="1576494" cy="1576494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E203B7-5469-4069-9F12-F68C70189E71}">
      <dsp:nvSpPr>
        <dsp:cNvPr id="0" name=""/>
        <dsp:cNvSpPr/>
      </dsp:nvSpPr>
      <dsp:spPr>
        <a:xfrm>
          <a:off x="1659467" y="1410547"/>
          <a:ext cx="7941728" cy="15764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effectLst/>
            </a:rPr>
            <a:t>Men's Street Footwear dominated product category sales</a:t>
          </a:r>
          <a:endParaRPr lang="en-IN" sz="2400" b="1" kern="1200" dirty="0">
            <a:effectLst/>
          </a:endParaRPr>
        </a:p>
      </dsp:txBody>
      <dsp:txXfrm>
        <a:off x="1659467" y="1410547"/>
        <a:ext cx="7941728" cy="705273"/>
      </dsp:txXfrm>
    </dsp:sp>
    <dsp:sp modelId="{5E3E70BD-BD33-4907-9B04-DE35EE4C3FFC}">
      <dsp:nvSpPr>
        <dsp:cNvPr id="0" name=""/>
        <dsp:cNvSpPr/>
      </dsp:nvSpPr>
      <dsp:spPr>
        <a:xfrm>
          <a:off x="1306831" y="2115821"/>
          <a:ext cx="705273" cy="705273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B0204B-586F-466A-B0E3-ADA2B4C0B44A}">
      <dsp:nvSpPr>
        <dsp:cNvPr id="0" name=""/>
        <dsp:cNvSpPr/>
      </dsp:nvSpPr>
      <dsp:spPr>
        <a:xfrm>
          <a:off x="1659467" y="2115821"/>
          <a:ext cx="7941728" cy="70527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effectLst/>
            </a:rPr>
            <a:t>Sales were well-distributed, showing a balanced product demand across segments</a:t>
          </a:r>
          <a:endParaRPr lang="en-IN" sz="2400" b="1" kern="1200" dirty="0">
            <a:effectLst/>
          </a:endParaRPr>
        </a:p>
      </dsp:txBody>
      <dsp:txXfrm>
        <a:off x="1659467" y="2115821"/>
        <a:ext cx="7941728" cy="7052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305024-E8EE-4671-9286-26B573DF8C80}">
      <dsp:nvSpPr>
        <dsp:cNvPr id="0" name=""/>
        <dsp:cNvSpPr/>
      </dsp:nvSpPr>
      <dsp:spPr>
        <a:xfrm>
          <a:off x="4019101" y="106571"/>
          <a:ext cx="2204924" cy="2204924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Tableau</a:t>
          </a:r>
          <a:r>
            <a:rPr lang="en-US" sz="2000" kern="1200" dirty="0" smtClean="0"/>
            <a:t> for data visualization and dashboard creation</a:t>
          </a:r>
          <a:endParaRPr lang="en-IN" sz="2000" kern="1200" dirty="0"/>
        </a:p>
      </dsp:txBody>
      <dsp:txXfrm>
        <a:off x="4313091" y="492433"/>
        <a:ext cx="1616944" cy="992216"/>
      </dsp:txXfrm>
    </dsp:sp>
    <dsp:sp modelId="{606203A1-49C0-4C65-9822-44CE58DDAFB7}">
      <dsp:nvSpPr>
        <dsp:cNvPr id="0" name=""/>
        <dsp:cNvSpPr/>
      </dsp:nvSpPr>
      <dsp:spPr>
        <a:xfrm>
          <a:off x="4814712" y="1484649"/>
          <a:ext cx="2204924" cy="2204924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Excel</a:t>
          </a:r>
          <a:r>
            <a:rPr lang="en-US" sz="2000" kern="1200" dirty="0" smtClean="0"/>
            <a:t> for data cleaning and source structuring</a:t>
          </a:r>
          <a:endParaRPr lang="en-IN" sz="2000" kern="1200" dirty="0"/>
        </a:p>
      </dsp:txBody>
      <dsp:txXfrm>
        <a:off x="5489051" y="2054254"/>
        <a:ext cx="1322954" cy="1212708"/>
      </dsp:txXfrm>
    </dsp:sp>
    <dsp:sp modelId="{E70A2DAB-F177-4529-B1DE-4F6117F9FEA6}">
      <dsp:nvSpPr>
        <dsp:cNvPr id="0" name=""/>
        <dsp:cNvSpPr/>
      </dsp:nvSpPr>
      <dsp:spPr>
        <a:xfrm>
          <a:off x="3223491" y="1484649"/>
          <a:ext cx="2204924" cy="2204924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Dataset: Adidas US Sales (2020–2021)</a:t>
          </a:r>
          <a:endParaRPr lang="en-IN" sz="2000" kern="1200" dirty="0"/>
        </a:p>
      </dsp:txBody>
      <dsp:txXfrm>
        <a:off x="3431121" y="2054254"/>
        <a:ext cx="1322954" cy="12127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596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12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810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90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813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237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98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600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898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339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682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772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454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838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43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982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58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FED9773-D238-4924-8AAF-8411A37C633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1D0013B-98A9-4736-8D49-174E45B85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65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6000" b="1" dirty="0" smtClean="0"/>
              <a:t>Adidas US Sales Dashboard</a:t>
            </a:r>
            <a:endParaRPr lang="en-IN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/>
              <a:t>Sales Analysis (2020–2021)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Data Visualization using Tableau</a:t>
            </a:r>
          </a:p>
        </p:txBody>
      </p:sp>
    </p:spTree>
    <p:extLst>
      <p:ext uri="{BB962C8B-B14F-4D97-AF65-F5344CB8AC3E}">
        <p14:creationId xmlns:p14="http://schemas.microsoft.com/office/powerpoint/2010/main" val="24165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Sales Over Time</a:t>
            </a:r>
            <a:endParaRPr lang="en-IN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930557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1040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Sales by Region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147834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587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Sales by Category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814813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0302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Insights Summary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689759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9025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Tools Used</a:t>
            </a:r>
            <a:endParaRPr lang="en-IN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1087934"/>
              </p:ext>
            </p:extLst>
          </p:nvPr>
        </p:nvGraphicFramePr>
        <p:xfrm>
          <a:off x="951345" y="2373745"/>
          <a:ext cx="10243128" cy="3796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209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70" y="1340111"/>
            <a:ext cx="9917460" cy="417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129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</TotalTime>
  <Words>172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Adidas US Sales Dashboard</vt:lpstr>
      <vt:lpstr>Sales Over Time</vt:lpstr>
      <vt:lpstr>Sales by Region</vt:lpstr>
      <vt:lpstr>Sales by Category</vt:lpstr>
      <vt:lpstr>Key Insights Summary</vt:lpstr>
      <vt:lpstr>Tools Used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Adidas US Sales Dashboard</dc:title>
  <dc:creator>SHIVANI</dc:creator>
  <cp:lastModifiedBy>SHIVANI</cp:lastModifiedBy>
  <cp:revision>3</cp:revision>
  <dcterms:created xsi:type="dcterms:W3CDTF">2025-05-02T16:22:29Z</dcterms:created>
  <dcterms:modified xsi:type="dcterms:W3CDTF">2025-05-02T16:41:42Z</dcterms:modified>
</cp:coreProperties>
</file>